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1" r:id="rId2"/>
    <p:sldId id="282" r:id="rId3"/>
  </p:sldIdLst>
  <p:sldSz cx="12192000" cy="6858000"/>
  <p:notesSz cx="6797675" cy="9926638"/>
  <p:custDataLst>
    <p:tags r:id="rId6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여기에 작성해주세요" id="{C5B5DBCA-99F2-4015-B066-49916ACC0B7A}">
          <p14:sldIdLst>
            <p14:sldId id="26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2" pos="7129" userDrawn="1">
          <p15:clr>
            <a:srgbClr val="A4A3A4"/>
          </p15:clr>
        </p15:guide>
        <p15:guide id="3" pos="7514" userDrawn="1">
          <p15:clr>
            <a:srgbClr val="A4A3A4"/>
          </p15:clr>
        </p15:guide>
        <p15:guide id="5" orient="horz" pos="414" userDrawn="1">
          <p15:clr>
            <a:srgbClr val="A4A3A4"/>
          </p15:clr>
        </p15:guide>
        <p15:guide id="6" orient="horz" pos="4247" userDrawn="1">
          <p15:clr>
            <a:srgbClr val="A4A3A4"/>
          </p15:clr>
        </p15:guide>
        <p15:guide id="7" pos="166" userDrawn="1">
          <p15:clr>
            <a:srgbClr val="A4A3A4"/>
          </p15:clr>
        </p15:guide>
        <p15:guide id="9" orient="horz" pos="799" userDrawn="1">
          <p15:clr>
            <a:srgbClr val="A4A3A4"/>
          </p15:clr>
        </p15:guide>
        <p15:guide id="10" orient="horz" pos="3067" userDrawn="1">
          <p15:clr>
            <a:srgbClr val="A4A3A4"/>
          </p15:clr>
        </p15:guide>
        <p15:guide id="11" orient="horz" pos="4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4C7E7"/>
    <a:srgbClr val="00B0F0"/>
    <a:srgbClr val="F2F2F2"/>
    <a:srgbClr val="AFABAB"/>
    <a:srgbClr val="D9D9D9"/>
    <a:srgbClr val="E7E6E6"/>
    <a:srgbClr val="8B8A8A"/>
    <a:srgbClr val="B2B2B2"/>
    <a:srgbClr val="A7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6391" autoAdjust="0"/>
  </p:normalViewPr>
  <p:slideViewPr>
    <p:cSldViewPr snapToGrid="0" showGuides="1">
      <p:cViewPr varScale="1">
        <p:scale>
          <a:sx n="80" d="100"/>
          <a:sy n="80" d="100"/>
        </p:scale>
        <p:origin x="734" y="288"/>
      </p:cViewPr>
      <p:guideLst>
        <p:guide pos="7129"/>
        <p:guide pos="7514"/>
        <p:guide orient="horz" pos="414"/>
        <p:guide orient="horz" pos="4247"/>
        <p:guide pos="166"/>
        <p:guide orient="horz" pos="799"/>
        <p:guide orient="horz" pos="3067"/>
        <p:guide orient="horz" pos="436"/>
      </p:guideLst>
    </p:cSldViewPr>
  </p:slideViewPr>
  <p:outlineViewPr>
    <p:cViewPr>
      <p:scale>
        <a:sx n="33" d="100"/>
        <a:sy n="33" d="100"/>
      </p:scale>
      <p:origin x="0" y="-7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6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5051D-2C7D-4442-B385-05A4CE81E3B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87F6A-417A-49F2-A6D8-2576EA462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112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5D3A5-E3F7-40DC-92E7-964F7F475FC8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B86EC-E670-48E6-A88B-64505D62A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41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B86EC-E670-48E6-A88B-64505D62AC4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362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8B86EC-E670-48E6-A88B-64505D62AC4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434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emf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41CDB60-D47A-09AD-3375-81A2E0375E4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32" y="683667"/>
            <a:ext cx="2102203" cy="202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 descr="폰트, 타이포그래피, 친필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C0FA5-4B8E-54BC-50B7-2D27AAEAC74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882" y="6266867"/>
            <a:ext cx="1783447" cy="220702"/>
          </a:xfrm>
          <a:prstGeom prst="rect">
            <a:avLst/>
          </a:prstGeom>
        </p:spPr>
      </p:pic>
      <p:graphicFrame>
        <p:nvGraphicFramePr>
          <p:cNvPr id="3" name="개체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58007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6" imgW="551" imgH="553" progId="TCLayout.ActiveDocument.1">
                  <p:embed/>
                </p:oleObj>
              </mc:Choice>
              <mc:Fallback>
                <p:oleObj name="think-cell 슬라이드" r:id="rId6" imgW="551" imgH="5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직선 연결선 6"/>
          <p:cNvCxnSpPr/>
          <p:nvPr userDrawn="1"/>
        </p:nvCxnSpPr>
        <p:spPr>
          <a:xfrm>
            <a:off x="1007056" y="995747"/>
            <a:ext cx="1015628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1018933" y="3362742"/>
            <a:ext cx="574481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007054" y="2564183"/>
            <a:ext cx="7701962" cy="699404"/>
          </a:xfrm>
        </p:spPr>
        <p:txBody>
          <a:bodyPr wrap="none" lIns="72000" tIns="72000" rIns="72000" bIns="72000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aseline="0">
                <a:latin typeface="Arita Dotum KR Bold" panose="02020803020101020101" pitchFamily="18" charset="-127"/>
                <a:ea typeface="Arita Dotum KR Bold" panose="02020803020101020101" pitchFamily="18" charset="-127"/>
              </a:defRPr>
            </a:lvl1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Arita </a:t>
            </a:r>
            <a:r>
              <a:rPr lang="en-US" altLang="ko-KR" dirty="0" err="1"/>
              <a:t>Dotum</a:t>
            </a:r>
            <a:r>
              <a:rPr lang="en-US" altLang="ko-KR" dirty="0"/>
              <a:t> KR</a:t>
            </a:r>
            <a:r>
              <a:rPr lang="ko-KR" altLang="en-US" dirty="0"/>
              <a:t> </a:t>
            </a:r>
            <a:r>
              <a:rPr lang="en-US" altLang="ko-KR" dirty="0"/>
              <a:t>Bold / 36</a:t>
            </a:r>
            <a:r>
              <a:rPr lang="ko-KR" altLang="en-US" dirty="0"/>
              <a:t> </a:t>
            </a:r>
            <a:r>
              <a:rPr lang="en-US" altLang="ko-KR" dirty="0"/>
              <a:t>point</a:t>
            </a:r>
            <a:endParaRPr lang="ko-KR" altLang="en-US" dirty="0"/>
          </a:p>
        </p:txBody>
      </p:sp>
      <p:sp>
        <p:nvSpPr>
          <p:cNvPr id="22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1007054" y="2167324"/>
            <a:ext cx="4724275" cy="391628"/>
          </a:xfrm>
        </p:spPr>
        <p:txBody>
          <a:bodyPr wrap="square" lIns="72000" tIns="72000" rIns="72000" bIns="72000"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latin typeface="Arita Dotum KR Medium" panose="02020603020101020101" pitchFamily="18" charset="-127"/>
                <a:ea typeface="Arita Dotum KR Mediu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소제목 </a:t>
            </a:r>
            <a:r>
              <a:rPr lang="en-US" altLang="ko-KR" dirty="0"/>
              <a:t>Arita </a:t>
            </a:r>
            <a:r>
              <a:rPr lang="en-US" altLang="ko-KR" dirty="0" err="1"/>
              <a:t>Dotum</a:t>
            </a:r>
            <a:r>
              <a:rPr lang="en-US" altLang="ko-KR" dirty="0"/>
              <a:t> KR</a:t>
            </a:r>
            <a:r>
              <a:rPr lang="ko-KR" altLang="en-US" dirty="0"/>
              <a:t> </a:t>
            </a:r>
            <a:r>
              <a:rPr lang="en-US" altLang="ko-KR" dirty="0"/>
              <a:t>Medium / 16</a:t>
            </a:r>
            <a:r>
              <a:rPr lang="ko-KR" altLang="en-US" dirty="0"/>
              <a:t> </a:t>
            </a:r>
            <a:r>
              <a:rPr lang="en-US" altLang="ko-KR" dirty="0"/>
              <a:t>point</a:t>
            </a:r>
            <a:endParaRPr lang="ko-KR" altLang="en-US" dirty="0"/>
          </a:p>
        </p:txBody>
      </p:sp>
      <p:sp>
        <p:nvSpPr>
          <p:cNvPr id="23" name="텍스트 개체 틀 5"/>
          <p:cNvSpPr>
            <a:spLocks noGrp="1"/>
          </p:cNvSpPr>
          <p:nvPr>
            <p:ph type="body" sz="quarter" idx="12" hasCustomPrompt="1"/>
          </p:nvPr>
        </p:nvSpPr>
        <p:spPr>
          <a:xfrm>
            <a:off x="1007054" y="3535387"/>
            <a:ext cx="3295308" cy="704534"/>
          </a:xfrm>
        </p:spPr>
        <p:txBody>
          <a:bodyPr wrap="none" lIns="72000" tIns="72000" rIns="72000" bIns="72000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defRPr sz="1400" baseline="0">
                <a:latin typeface="Arita Dotum KR Medium" panose="02020603020101020101" pitchFamily="18" charset="-127"/>
                <a:ea typeface="Arita Dotum KR Mediu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소속 </a:t>
            </a:r>
            <a:r>
              <a:rPr lang="en-US" altLang="ko-KR" dirty="0"/>
              <a:t>Arita </a:t>
            </a:r>
            <a:r>
              <a:rPr lang="en-US" altLang="ko-KR" dirty="0" err="1"/>
              <a:t>Dotum</a:t>
            </a:r>
            <a:r>
              <a:rPr lang="en-US" altLang="ko-KR" dirty="0"/>
              <a:t> KR</a:t>
            </a:r>
            <a:r>
              <a:rPr lang="ko-KR" altLang="en-US" dirty="0"/>
              <a:t> </a:t>
            </a:r>
            <a:r>
              <a:rPr lang="en-US" altLang="ko-KR" dirty="0"/>
              <a:t>Medium / 14 point</a:t>
            </a:r>
          </a:p>
          <a:p>
            <a:pPr lvl="0"/>
            <a:r>
              <a:rPr lang="ko-KR" altLang="en-US" dirty="0"/>
              <a:t>작성일 </a:t>
            </a:r>
            <a:r>
              <a:rPr lang="en-US" altLang="ko-KR" dirty="0"/>
              <a:t>Arita </a:t>
            </a:r>
            <a:r>
              <a:rPr lang="en-US" altLang="ko-KR" dirty="0" err="1"/>
              <a:t>Dotum</a:t>
            </a:r>
            <a:r>
              <a:rPr lang="en-US" altLang="ko-KR" dirty="0"/>
              <a:t> KR</a:t>
            </a:r>
            <a:r>
              <a:rPr lang="ko-KR" altLang="en-US" dirty="0"/>
              <a:t> </a:t>
            </a:r>
            <a:r>
              <a:rPr lang="en-US" altLang="ko-KR" dirty="0"/>
              <a:t>Medium / 14 point</a:t>
            </a:r>
            <a:endParaRPr lang="ko-KR" altLang="en-US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9AD5D25-3870-C88C-92CE-E1A76C23C8BE}"/>
              </a:ext>
            </a:extLst>
          </p:cNvPr>
          <p:cNvCxnSpPr/>
          <p:nvPr userDrawn="1"/>
        </p:nvCxnSpPr>
        <p:spPr>
          <a:xfrm>
            <a:off x="7217186" y="3360021"/>
            <a:ext cx="392378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8BC7922C-96B3-BA71-78CC-C37C15BC3B0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388" y="6301747"/>
            <a:ext cx="3309730" cy="14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3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551" imgH="553" progId="TCLayout.ActiveDocument.1">
                  <p:embed/>
                </p:oleObj>
              </mc:Choice>
              <mc:Fallback>
                <p:oleObj name="think-cell 슬라이드" r:id="rId4" imgW="551" imgH="553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912151" y="6489547"/>
            <a:ext cx="377026" cy="261610"/>
          </a:xfrm>
          <a:prstGeom prst="rect">
            <a:avLst/>
          </a:prstGeom>
        </p:spPr>
        <p:txBody>
          <a:bodyPr wrap="none">
            <a:spAutoFit/>
          </a:bodyPr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fld id="{D3D9FA09-9F95-459E-AD64-2588CD0F54B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제목 18"/>
          <p:cNvSpPr txBox="1">
            <a:spLocks/>
          </p:cNvSpPr>
          <p:nvPr userDrawn="1"/>
        </p:nvSpPr>
        <p:spPr>
          <a:xfrm>
            <a:off x="200472" y="627046"/>
            <a:ext cx="6984776" cy="4206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000" kern="1200" spc="-150" dirty="0" smtClean="0">
                <a:solidFill>
                  <a:schemeClr val="tx1"/>
                </a:solidFill>
                <a:latin typeface="아리따-돋움(TTF)-Bold" pitchFamily="18" charset="-127"/>
                <a:ea typeface="아리따-돋움(TTF)-Bold" pitchFamily="18" charset="-127"/>
                <a:cs typeface="+mn-cs"/>
                <a:sym typeface="아리따-돋움(OTF)-Medium"/>
              </a:defRPr>
            </a:lvl1pPr>
          </a:lstStyle>
          <a:p>
            <a:pPr algn="l"/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00025" y="6410325"/>
            <a:ext cx="1177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8"/>
          <p:cNvSpPr>
            <a:spLocks noGrp="1"/>
          </p:cNvSpPr>
          <p:nvPr>
            <p:ph type="title" hasCustomPrompt="1"/>
          </p:nvPr>
        </p:nvSpPr>
        <p:spPr>
          <a:xfrm>
            <a:off x="246735" y="295250"/>
            <a:ext cx="8596647" cy="42068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kumimoji="0" lang="ko-KR" altLang="en-US" sz="2400" spc="-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ta Dotum KR Bold" panose="02020803020101020101" pitchFamily="18" charset="-127"/>
                <a:ea typeface="Arita Dotum KR Bold" panose="02020803020101020101" pitchFamily="18" charset="-127"/>
                <a:cs typeface="+mn-cs"/>
                <a:sym typeface="아리따-돋움(OTF)-Medium"/>
              </a:defRPr>
            </a:lvl1pPr>
          </a:lstStyle>
          <a:p>
            <a:pPr lvl="0" algn="l"/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17" name="제목 18"/>
          <p:cNvSpPr txBox="1">
            <a:spLocks/>
          </p:cNvSpPr>
          <p:nvPr userDrawn="1"/>
        </p:nvSpPr>
        <p:spPr>
          <a:xfrm>
            <a:off x="246735" y="266675"/>
            <a:ext cx="8596647" cy="42068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000" kern="1200" spc="-150" dirty="0" smtClean="0">
                <a:solidFill>
                  <a:schemeClr val="tx1"/>
                </a:solidFill>
                <a:latin typeface="아리따-돋움(TTF)-Bold" pitchFamily="18" charset="-127"/>
                <a:ea typeface="아리따-돋움(TTF)-Bold" pitchFamily="18" charset="-127"/>
                <a:cs typeface="+mn-cs"/>
                <a:sym typeface="아리따-돋움(OTF)-Medium"/>
              </a:defRPr>
            </a:lvl1pPr>
          </a:lstStyle>
          <a:p>
            <a:pPr algn="l"/>
            <a:endParaRPr lang="ko-KR" altLang="en-US" sz="2000" dirty="0">
              <a:latin typeface="Arita Dotum KR Medium" panose="02020603020101020101" pitchFamily="18" charset="-127"/>
              <a:ea typeface="Arita Dotum KR Medium" panose="02020603020101020101" pitchFamily="18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228000" y="668313"/>
            <a:ext cx="11736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246735" y="790971"/>
            <a:ext cx="11698530" cy="5760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300"/>
              </a:spcBef>
            </a:pPr>
            <a:endParaRPr lang="ko-KR" altLang="en-US" sz="1800" b="1" dirty="0">
              <a:latin typeface="아리따-돋움(TTF)-Medium" panose="02020603020101020101" pitchFamily="18" charset="-127"/>
              <a:ea typeface="아리따-돋움(TTF)-Medium" panose="02020603020101020101" pitchFamily="18" charset="-127"/>
            </a:endParaRPr>
          </a:p>
        </p:txBody>
      </p:sp>
      <p:sp>
        <p:nvSpPr>
          <p:cNvPr id="20" name="텍스트 개체 틀 5"/>
          <p:cNvSpPr>
            <a:spLocks noGrp="1"/>
          </p:cNvSpPr>
          <p:nvPr>
            <p:ph type="body" sz="quarter" idx="10" hasCustomPrompt="1"/>
          </p:nvPr>
        </p:nvSpPr>
        <p:spPr>
          <a:xfrm>
            <a:off x="1007054" y="1497361"/>
            <a:ext cx="3700867" cy="1397031"/>
          </a:xfrm>
        </p:spPr>
        <p:txBody>
          <a:bodyPr wrap="none" lIns="72000" tIns="72000" rIns="72000" bIns="72000" anchor="t">
            <a:spAutoFit/>
          </a:bodyPr>
          <a:lstStyle>
            <a:lvl1pPr marL="85725" indent="-85725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Font typeface="+mj-lt"/>
              <a:buAutoNum type="romanUcPeriod"/>
              <a:defRPr sz="1600" baseline="0">
                <a:latin typeface="Arita Dotum KR Medium" panose="02020603020101020101" pitchFamily="18" charset="-127"/>
                <a:ea typeface="Arita Dotum KR Mediu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 목차 </a:t>
            </a:r>
            <a:r>
              <a:rPr lang="en-US" altLang="ko-KR" dirty="0"/>
              <a:t>Arita </a:t>
            </a:r>
            <a:r>
              <a:rPr lang="en-US" altLang="ko-KR" dirty="0" err="1"/>
              <a:t>Dotum</a:t>
            </a:r>
            <a:r>
              <a:rPr lang="en-US" altLang="ko-KR" dirty="0"/>
              <a:t> KR</a:t>
            </a:r>
            <a:r>
              <a:rPr lang="ko-KR" altLang="en-US" dirty="0"/>
              <a:t> </a:t>
            </a:r>
            <a:r>
              <a:rPr lang="en-US" altLang="ko-KR" dirty="0"/>
              <a:t>Medium / 16</a:t>
            </a:r>
            <a:r>
              <a:rPr lang="ko-KR" altLang="en-US" dirty="0"/>
              <a:t> </a:t>
            </a:r>
            <a:r>
              <a:rPr lang="en-US" altLang="ko-KR" dirty="0"/>
              <a:t>point</a:t>
            </a:r>
          </a:p>
          <a:p>
            <a:pPr lvl="0"/>
            <a:r>
              <a:rPr lang="en-US" altLang="ko-KR" dirty="0"/>
              <a:t> ///</a:t>
            </a:r>
          </a:p>
          <a:p>
            <a:pPr lvl="0"/>
            <a:r>
              <a:rPr lang="en-US" altLang="ko-KR" dirty="0"/>
              <a:t> ///</a:t>
            </a:r>
            <a:endParaRPr lang="ko-KR" altLang="en-US" dirty="0"/>
          </a:p>
        </p:txBody>
      </p:sp>
      <p:pic>
        <p:nvPicPr>
          <p:cNvPr id="2" name="그림 1" descr="폰트, 타이포그래피, 친필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C34F27-6111-6C5D-B322-9F3BA087848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6529051"/>
            <a:ext cx="1783447" cy="2207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EE1B64B-EFC2-DD2F-1851-7451BCA441D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270" y="6563931"/>
            <a:ext cx="3309730" cy="14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95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67342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6" imgW="551" imgH="553" progId="TCLayout.ActiveDocument.1">
                  <p:embed/>
                </p:oleObj>
              </mc:Choice>
              <mc:Fallback>
                <p:oleObj name="think-cell 슬라이드" r:id="rId6" imgW="551" imgH="5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 hidden="1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ko-KR" altLang="en-US" sz="4400" b="0" i="0" baseline="0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  <a:sym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DA481-6C97-4481-9EBF-2145111DB3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88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007054" y="2564179"/>
            <a:ext cx="6480674" cy="699404"/>
          </a:xfrm>
        </p:spPr>
        <p:txBody>
          <a:bodyPr/>
          <a:lstStyle/>
          <a:p>
            <a:r>
              <a:rPr lang="en-US" altLang="ko-KR" dirty="0">
                <a:latin typeface="Arita Dotum KR Bold" panose="02020803020101020101" pitchFamily="18" charset="-127"/>
                <a:ea typeface="Arita Dotum KR Bold" panose="02020803020101020101" pitchFamily="18" charset="-127"/>
              </a:rPr>
              <a:t>PPT </a:t>
            </a:r>
            <a:r>
              <a:rPr lang="ko-KR" altLang="en-US" dirty="0">
                <a:latin typeface="Arita Dotum KR Bold" panose="02020803020101020101" pitchFamily="18" charset="-127"/>
                <a:ea typeface="Arita Dotum KR Bold" panose="02020803020101020101" pitchFamily="18" charset="-127"/>
              </a:rPr>
              <a:t>공식 템플릿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1007054" y="3535387"/>
            <a:ext cx="1386131" cy="704534"/>
          </a:xfrm>
        </p:spPr>
        <p:txBody>
          <a:bodyPr/>
          <a:lstStyle/>
          <a:p>
            <a:r>
              <a:rPr lang="en-US" altLang="ko-KR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2025. 08. 06</a:t>
            </a:r>
          </a:p>
          <a:p>
            <a:r>
              <a:rPr lang="en-US" altLang="ko-KR" dirty="0" err="1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ooooo</a:t>
            </a:r>
            <a:r>
              <a:rPr lang="ko-KR" altLang="en-US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 </a:t>
            </a:r>
            <a:r>
              <a:rPr lang="en-US" altLang="ko-KR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Division</a:t>
            </a:r>
            <a:endParaRPr lang="ko-KR" altLang="en-US" dirty="0">
              <a:latin typeface="Arita Buri KR Medium" panose="02020603020101020101" pitchFamily="18" charset="-127"/>
              <a:ea typeface="Arita Buri KR Mediu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16755" y="3543060"/>
            <a:ext cx="3379694" cy="1661600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목차</a:t>
            </a:r>
            <a:endParaRPr lang="en-US" altLang="ko-KR" sz="1400" dirty="0">
              <a:latin typeface="Arita Buri KR Medium" panose="02020603020101020101" pitchFamily="18" charset="-127"/>
              <a:ea typeface="Arita Buri KR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1. -----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2. -----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3. -----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4. -----</a:t>
            </a:r>
            <a:r>
              <a:rPr lang="ko-KR" altLang="en-US" sz="1400" dirty="0">
                <a:latin typeface="Arita Buri KR Medium" panose="02020603020101020101" pitchFamily="18" charset="-127"/>
                <a:ea typeface="Arita Buri KR Medium" panose="0202060302010102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244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3048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624" imgH="623" progId="TCLayout.ActiveDocument.1">
                  <p:embed/>
                </p:oleObj>
              </mc:Choice>
              <mc:Fallback>
                <p:oleObj name="think-cell 슬라이드" r:id="rId4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ko-KR" dirty="0" err="1">
                <a:latin typeface="Arita Dotum KR Bold" panose="02020803020101020101" pitchFamily="18" charset="-127"/>
                <a:ea typeface="Arita Dotum KR Bold" panose="02020803020101020101" pitchFamily="18" charset="-127"/>
              </a:rPr>
              <a:t>oooooooo</a:t>
            </a:r>
            <a:endParaRPr lang="ko-KR" altLang="en-US" dirty="0">
              <a:latin typeface="Arita Dotum KR Bold" panose="02020803020101020101" pitchFamily="18" charset="-127"/>
              <a:ea typeface="Arita Dotum KR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8015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MtuycfO3NHSOs.2YjkJ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GiEFZB1AEawNY3uAWQSD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6350"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900" dirty="0" err="1" smtClean="0">
            <a:solidFill>
              <a:schemeClr val="tx1"/>
            </a:solidFill>
            <a:latin typeface="아리따-돋움(TTF)-Medium" panose="02020603020101020101" pitchFamily="18" charset="-127"/>
            <a:ea typeface="아리따-돋움(TTF)-Medium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000" rIns="36000" bIns="36000" rtlCol="0">
        <a:spAutoFit/>
      </a:bodyPr>
      <a:lstStyle>
        <a:defPPr>
          <a:defRPr sz="1000" smtClean="0">
            <a:latin typeface="아리따-돋움(TTF)-Medium" panose="02020603020101020101" pitchFamily="18" charset="-127"/>
            <a:ea typeface="아리따-돋움(TTF)-Medium" panose="0202060302010102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46652</TotalTime>
  <Words>26</Words>
  <Application>Microsoft Office PowerPoint</Application>
  <PresentationFormat>와이드스크린</PresentationFormat>
  <Paragraphs>11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Arita Buri KR Medium</vt:lpstr>
      <vt:lpstr>Arita Dotum KR Bold</vt:lpstr>
      <vt:lpstr>Arita Dotum KR Medium</vt:lpstr>
      <vt:lpstr>맑은 고딕</vt:lpstr>
      <vt:lpstr>아리따-돋움(TTF)-Medium</vt:lpstr>
      <vt:lpstr>Arial</vt:lpstr>
      <vt:lpstr>Office 테마</vt:lpstr>
      <vt:lpstr>think-cell 슬라이드</vt:lpstr>
      <vt:lpstr>PowerPoint 프레젠테이션</vt:lpstr>
      <vt:lpstr>oooooooo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윤석훈/미래혁신팀/SEOKHUN YOON</cp:lastModifiedBy>
  <cp:revision>3604</cp:revision>
  <cp:lastPrinted>2025-07-23T08:29:18Z</cp:lastPrinted>
  <dcterms:created xsi:type="dcterms:W3CDTF">2019-04-12T09:21:31Z</dcterms:created>
  <dcterms:modified xsi:type="dcterms:W3CDTF">2025-11-04T04:11:59Z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C:\Users\CHEIL\Downloads\200408_브랜드사이트 Cost Benefit Analysis_v2.pptx</vt:lpwstr>
  </property>
</Properties>
</file>